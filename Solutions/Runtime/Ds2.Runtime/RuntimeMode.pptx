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2472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0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6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70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6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7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00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880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78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2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2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48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C5070-AE97-4D16-ABA1-79907F9CDD0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BBFF0-E628-41A3-BE93-CD8D45940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39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Runtime Mode</a:t>
            </a:r>
            <a:endParaRPr lang="ko-KR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2000" dirty="0" smtClean="0"/>
              <a:t>20260427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594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Runtime mode</a:t>
            </a:r>
            <a:endParaRPr lang="ko-KR" altLang="en-US" sz="32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807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네 가지 모드 개요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1. Simulation</a:t>
            </a:r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로직</a:t>
            </a:r>
            <a:r>
              <a:rPr lang="ko-KR" altLang="en-US" sz="1600" dirty="0" smtClean="0"/>
              <a:t> 테스트 및 토큰 흐름과 같은 내용을 미리 확인 할 수 있습니다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장비와 물려있지 않으니 </a:t>
            </a:r>
            <a:r>
              <a:rPr lang="ko-KR" altLang="en-US" sz="1600" dirty="0" err="1" smtClean="0"/>
              <a:t>로직</a:t>
            </a:r>
            <a:r>
              <a:rPr lang="ko-KR" altLang="en-US" sz="1600" dirty="0" smtClean="0"/>
              <a:t> 제어 및 상태 업데이트를 스스로 합니다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endParaRPr lang="en-US" altLang="ko-KR" sz="16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2. Control</a:t>
            </a:r>
          </a:p>
          <a:p>
            <a:pPr marL="457200" lvl="1" indent="0">
              <a:buNone/>
            </a:pPr>
            <a:r>
              <a:rPr lang="en-US" altLang="ko-KR" sz="1600" dirty="0" smtClean="0"/>
              <a:t> - </a:t>
            </a:r>
            <a:r>
              <a:rPr lang="ko-KR" altLang="en-US" sz="1600" dirty="0" smtClean="0"/>
              <a:t>제어기 역할을 수행합니다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sz="1600" dirty="0" smtClean="0"/>
              <a:t> - </a:t>
            </a:r>
            <a:r>
              <a:rPr lang="ko-KR" altLang="en-US" sz="1600" dirty="0" err="1" smtClean="0"/>
              <a:t>로직에</a:t>
            </a:r>
            <a:r>
              <a:rPr lang="ko-KR" altLang="en-US" sz="1600" dirty="0" smtClean="0"/>
              <a:t> 따라</a:t>
            </a:r>
            <a:r>
              <a:rPr lang="en-US" altLang="ko-KR" sz="1600" dirty="0" smtClean="0"/>
              <a:t> Output </a:t>
            </a:r>
            <a:r>
              <a:rPr lang="ko-KR" altLang="en-US" sz="1600" dirty="0" smtClean="0"/>
              <a:t>주소로 출력을 내보내며</a:t>
            </a:r>
            <a:r>
              <a:rPr lang="en-US" altLang="ko-KR" sz="1600" dirty="0" smtClean="0"/>
              <a:t>, Input</a:t>
            </a:r>
            <a:r>
              <a:rPr lang="ko-KR" altLang="en-US" sz="1600" dirty="0" smtClean="0"/>
              <a:t>을 받아 상태를 업데이트 합니다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endParaRPr lang="en-US" altLang="ko-KR" sz="16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3. Monitoring</a:t>
            </a:r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상태 모니터링 역할을 수행합니다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- Input</a:t>
            </a:r>
            <a:r>
              <a:rPr lang="ko-KR" altLang="en-US" sz="1600" dirty="0" smtClean="0"/>
              <a:t>을 받아 현재 </a:t>
            </a:r>
            <a:r>
              <a:rPr lang="ko-KR" altLang="en-US" sz="1600" dirty="0" err="1" smtClean="0"/>
              <a:t>노드들의</a:t>
            </a:r>
            <a:r>
              <a:rPr lang="ko-KR" altLang="en-US" sz="1600" dirty="0" smtClean="0"/>
              <a:t> 상태를 유추하고 보여줍니다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endParaRPr lang="en-US" altLang="ko-KR" sz="16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4. </a:t>
            </a:r>
            <a:r>
              <a:rPr lang="en-US" altLang="ko-KR" sz="1600" dirty="0" err="1" smtClean="0"/>
              <a:t>VirtualPlant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 smtClean="0"/>
              <a:t> - </a:t>
            </a:r>
            <a:r>
              <a:rPr lang="ko-KR" altLang="en-US" sz="1600" dirty="0" smtClean="0"/>
              <a:t>가상 설비로써 역할을 수행합니다</a:t>
            </a:r>
            <a:r>
              <a:rPr lang="en-US" altLang="ko-KR" sz="1600" dirty="0" smtClean="0"/>
              <a:t>.</a:t>
            </a:r>
            <a:endParaRPr lang="ko-KR" altLang="en-US" sz="16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 - Output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신호를 받아 </a:t>
            </a:r>
            <a:r>
              <a:rPr lang="ko-KR" altLang="en-US" sz="1600" dirty="0" err="1" smtClean="0"/>
              <a:t>로직을</a:t>
            </a:r>
            <a:r>
              <a:rPr lang="ko-KR" altLang="en-US" sz="1600" dirty="0" smtClean="0"/>
              <a:t> 처리하고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상태를 직접 업데이트하여 </a:t>
            </a:r>
            <a:r>
              <a:rPr lang="en-US" altLang="ko-KR" sz="1600" dirty="0" smtClean="0"/>
              <a:t>Input</a:t>
            </a:r>
            <a:r>
              <a:rPr lang="ko-KR" altLang="en-US" sz="1600" dirty="0" smtClean="0"/>
              <a:t>을 </a:t>
            </a:r>
            <a:r>
              <a:rPr lang="ko-KR" altLang="en-US" sz="1600" dirty="0" err="1" smtClean="0"/>
              <a:t>리턴해</a:t>
            </a:r>
            <a:r>
              <a:rPr lang="ko-KR" altLang="en-US" sz="1600" dirty="0" smtClean="0"/>
              <a:t> 줍니다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91897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Runtime mode</a:t>
            </a:r>
            <a:endParaRPr lang="ko-KR" altLang="en-US" sz="32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807"/>
          </a:xfrm>
        </p:spPr>
        <p:txBody>
          <a:bodyPr>
            <a:normAutofit/>
          </a:bodyPr>
          <a:lstStyle/>
          <a:p>
            <a:r>
              <a:rPr lang="en-US" altLang="ko-KR" sz="2000" dirty="0" smtClean="0"/>
              <a:t>UI</a:t>
            </a:r>
          </a:p>
          <a:p>
            <a:pPr lvl="1"/>
            <a:r>
              <a:rPr lang="ko-KR" altLang="en-US" sz="1600" dirty="0" smtClean="0"/>
              <a:t>시뮬레이션 구역 우측에 </a:t>
            </a:r>
            <a:r>
              <a:rPr lang="en-US" altLang="ko-KR" sz="1600" dirty="0" smtClean="0"/>
              <a:t>Mode </a:t>
            </a:r>
            <a:r>
              <a:rPr lang="ko-KR" altLang="en-US" sz="1600" dirty="0" smtClean="0"/>
              <a:t>선택 </a:t>
            </a:r>
            <a:r>
              <a:rPr lang="en-US" altLang="ko-KR" sz="1600" dirty="0" smtClean="0"/>
              <a:t>UI</a:t>
            </a:r>
            <a:r>
              <a:rPr lang="ko-KR" altLang="en-US" sz="1600" dirty="0" smtClean="0"/>
              <a:t>가 존재합니다</a:t>
            </a:r>
            <a:r>
              <a:rPr lang="en-US" altLang="ko-KR" sz="1600" dirty="0" smtClean="0"/>
              <a:t>.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 smtClean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 smtClean="0"/>
          </a:p>
          <a:p>
            <a:pPr lvl="1"/>
            <a:endParaRPr lang="en-US" altLang="ko-KR" sz="1600" dirty="0"/>
          </a:p>
          <a:p>
            <a:pPr marL="457200" lvl="1" indent="0">
              <a:buNone/>
            </a:pPr>
            <a:endParaRPr lang="en-US" altLang="ko-KR" sz="1600" dirty="0" smtClean="0"/>
          </a:p>
          <a:p>
            <a:pPr lvl="1"/>
            <a:endParaRPr lang="en-US" altLang="ko-KR" sz="1600" dirty="0"/>
          </a:p>
          <a:p>
            <a:pPr lvl="1"/>
            <a:r>
              <a:rPr lang="en-US" altLang="ko-KR" sz="1600" dirty="0" smtClean="0"/>
              <a:t>Simulation </a:t>
            </a:r>
            <a:r>
              <a:rPr lang="ko-KR" altLang="en-US" sz="1600" dirty="0" smtClean="0"/>
              <a:t>모드를 제외하고 나머지 모드는 </a:t>
            </a:r>
            <a:r>
              <a:rPr lang="en-US" altLang="ko-KR" sz="1600" dirty="0" smtClean="0"/>
              <a:t>I/O</a:t>
            </a:r>
            <a:r>
              <a:rPr lang="ko-KR" altLang="en-US" sz="1600" dirty="0" smtClean="0"/>
              <a:t>에 대한 설정이 반드시 필요합니다</a:t>
            </a:r>
            <a:r>
              <a:rPr lang="en-US" altLang="ko-KR" sz="1600" dirty="0" smtClean="0"/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4212415" y="2591407"/>
            <a:ext cx="3767171" cy="1525979"/>
            <a:chOff x="3503221" y="2320919"/>
            <a:chExt cx="3182587" cy="128918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l="21596" r="43608" b="70228"/>
            <a:stretch/>
          </p:blipFill>
          <p:spPr>
            <a:xfrm>
              <a:off x="3503221" y="2320919"/>
              <a:ext cx="3182587" cy="1289180"/>
            </a:xfrm>
            <a:prstGeom prst="rect">
              <a:avLst/>
            </a:prstGeom>
            <a:noFill/>
          </p:spPr>
        </p:pic>
        <p:sp>
          <p:nvSpPr>
            <p:cNvPr id="6" name="직사각형 5"/>
            <p:cNvSpPr/>
            <p:nvPr/>
          </p:nvSpPr>
          <p:spPr>
            <a:xfrm>
              <a:off x="5731546" y="2498930"/>
              <a:ext cx="812035" cy="932837"/>
            </a:xfrm>
            <a:prstGeom prst="rect">
              <a:avLst/>
            </a:prstGeom>
            <a:noFill/>
            <a:ln w="508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l="992" t="5541" r="796" b="52317"/>
          <a:stretch/>
        </p:blipFill>
        <p:spPr>
          <a:xfrm>
            <a:off x="3188092" y="4883169"/>
            <a:ext cx="5815817" cy="152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5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Runtime mode</a:t>
            </a:r>
            <a:endParaRPr lang="ko-KR" altLang="en-US" sz="32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807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테스트 방법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1. </a:t>
            </a:r>
            <a:r>
              <a:rPr lang="ko-KR" altLang="en-US" sz="1600" dirty="0" smtClean="0"/>
              <a:t>창을 </a:t>
            </a:r>
            <a:r>
              <a:rPr lang="ko-KR" altLang="en-US" sz="1600" dirty="0" err="1" smtClean="0"/>
              <a:t>두개</a:t>
            </a:r>
            <a:r>
              <a:rPr lang="ko-KR" altLang="en-US" sz="1600" dirty="0" smtClean="0"/>
              <a:t> 띄우고</a:t>
            </a:r>
            <a:r>
              <a:rPr lang="en-US" altLang="ko-KR" sz="1600" dirty="0" smtClean="0"/>
              <a:t> Control Mode</a:t>
            </a:r>
            <a:r>
              <a:rPr lang="ko-KR" altLang="en-US" sz="1600" dirty="0" smtClean="0"/>
              <a:t>와 </a:t>
            </a:r>
            <a:r>
              <a:rPr lang="en-US" altLang="ko-KR" sz="1600" dirty="0" err="1" smtClean="0"/>
              <a:t>VirtualPlant</a:t>
            </a:r>
            <a:r>
              <a:rPr lang="en-US" altLang="ko-KR" sz="1600" dirty="0" smtClean="0"/>
              <a:t> Mode</a:t>
            </a:r>
            <a:r>
              <a:rPr lang="ko-KR" altLang="en-US" sz="1600" dirty="0" smtClean="0"/>
              <a:t>로 둡니다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sz="1600" dirty="0" smtClean="0"/>
              <a:t>2. Control Mode</a:t>
            </a:r>
            <a:r>
              <a:rPr lang="ko-KR" altLang="en-US" sz="1600" dirty="0" smtClean="0"/>
              <a:t>를 실행합니다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← </a:t>
            </a:r>
            <a:r>
              <a:rPr lang="en-US" altLang="ko-KR" sz="1600" dirty="0" smtClean="0"/>
              <a:t>Control Model</a:t>
            </a:r>
            <a:r>
              <a:rPr lang="ko-KR" altLang="en-US" sz="1600" dirty="0" smtClean="0"/>
              <a:t>를 실행해야 </a:t>
            </a:r>
            <a:r>
              <a:rPr lang="en-US" altLang="ko-KR" sz="1600" dirty="0" smtClean="0"/>
              <a:t>Signal R Hub</a:t>
            </a:r>
            <a:r>
              <a:rPr lang="ko-KR" altLang="en-US" sz="1600" dirty="0" smtClean="0"/>
              <a:t>가 동작합니다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sz="1600" dirty="0" smtClean="0"/>
              <a:t>3. </a:t>
            </a:r>
            <a:r>
              <a:rPr lang="en-US" altLang="ko-KR" sz="1600" dirty="0" err="1" smtClean="0"/>
              <a:t>VirtualPlan</a:t>
            </a:r>
            <a:r>
              <a:rPr lang="en-US" altLang="ko-KR" sz="1600" dirty="0" smtClean="0"/>
              <a:t> Mode</a:t>
            </a:r>
            <a:r>
              <a:rPr lang="ko-KR" altLang="en-US" sz="1600" dirty="0" smtClean="0"/>
              <a:t>를 실행합니다</a:t>
            </a:r>
            <a:r>
              <a:rPr lang="en-US" altLang="ko-KR" sz="1600" dirty="0" smtClean="0"/>
              <a:t>. </a:t>
            </a:r>
            <a:r>
              <a:rPr lang="ko-KR" altLang="en-US" sz="1600" dirty="0"/>
              <a:t>← </a:t>
            </a:r>
            <a:r>
              <a:rPr lang="en-US" altLang="ko-KR" sz="1600" dirty="0" smtClean="0"/>
              <a:t>2 </a:t>
            </a:r>
            <a:r>
              <a:rPr lang="ko-KR" altLang="en-US" sz="1600" dirty="0" smtClean="0"/>
              <a:t>사이클 후에 </a:t>
            </a:r>
            <a:r>
              <a:rPr lang="en-US" altLang="ko-KR" sz="1600" dirty="0" smtClean="0"/>
              <a:t>Work</a:t>
            </a:r>
            <a:r>
              <a:rPr lang="ko-KR" altLang="en-US" sz="1600" dirty="0" smtClean="0"/>
              <a:t>의 상태를 중계해 줍니다</a:t>
            </a:r>
            <a:r>
              <a:rPr lang="en-US" altLang="ko-KR" sz="1600" dirty="0" smtClean="0"/>
              <a:t>.</a:t>
            </a:r>
            <a:endParaRPr lang="en-US" altLang="ko-KR" sz="1600" dirty="0" smtClean="0"/>
          </a:p>
        </p:txBody>
      </p:sp>
      <p:pic>
        <p:nvPicPr>
          <p:cNvPr id="4" name="녹화_2026_04_27_12_28_51_57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0939" y="3014092"/>
            <a:ext cx="6424986" cy="38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6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Runtime mode</a:t>
            </a:r>
            <a:endParaRPr lang="ko-KR" altLang="en-US" sz="32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807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테스트 방법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4. Monitoring Mode</a:t>
            </a:r>
            <a:r>
              <a:rPr lang="ko-KR" altLang="en-US" sz="1600" dirty="0" smtClean="0"/>
              <a:t>의 경우 </a:t>
            </a:r>
            <a:r>
              <a:rPr lang="en-US" altLang="ko-KR" sz="1600" dirty="0" smtClean="0"/>
              <a:t>Control/</a:t>
            </a:r>
            <a:r>
              <a:rPr lang="en-US" altLang="ko-KR" sz="1600" dirty="0" err="1" smtClean="0"/>
              <a:t>VirtualPlant</a:t>
            </a:r>
            <a:r>
              <a:rPr lang="ko-KR" altLang="en-US" sz="1600" dirty="0" smtClean="0"/>
              <a:t>가 </a:t>
            </a:r>
            <a:r>
              <a:rPr lang="ko-KR" altLang="en-US" sz="1600" dirty="0" err="1" smtClean="0"/>
              <a:t>동작중이라면</a:t>
            </a:r>
            <a:r>
              <a:rPr lang="ko-KR" altLang="en-US" sz="1600" dirty="0" smtClean="0"/>
              <a:t> 언제든 시작하면 됩니다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- 3 </a:t>
            </a:r>
            <a:r>
              <a:rPr lang="ko-KR" altLang="en-US" sz="1600" dirty="0" smtClean="0"/>
              <a:t>사이클 후에 </a:t>
            </a:r>
            <a:r>
              <a:rPr lang="en-US" altLang="ko-KR" sz="1600" dirty="0" smtClean="0"/>
              <a:t>Work</a:t>
            </a:r>
            <a:r>
              <a:rPr lang="ko-KR" altLang="en-US" sz="1600" dirty="0" smtClean="0"/>
              <a:t>의 시작 </a:t>
            </a:r>
            <a:r>
              <a:rPr lang="en-US" altLang="ko-KR" sz="1600" dirty="0" smtClean="0"/>
              <a:t>~ </a:t>
            </a:r>
            <a:r>
              <a:rPr lang="ko-KR" altLang="en-US" sz="1600" dirty="0" smtClean="0"/>
              <a:t>종료 시점을 유추하여 중계해 줍니다</a:t>
            </a:r>
            <a:r>
              <a:rPr lang="en-US" altLang="ko-KR" sz="1600" dirty="0" smtClean="0"/>
              <a:t>.</a:t>
            </a:r>
            <a:endParaRPr lang="en-US" altLang="ko-KR" sz="1600" dirty="0" smtClean="0"/>
          </a:p>
        </p:txBody>
      </p:sp>
      <p:pic>
        <p:nvPicPr>
          <p:cNvPr id="5" name="녹화_2026_04_27_12_30_15_46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0700" y="2755512"/>
            <a:ext cx="8610600" cy="405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7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219</Words>
  <Application>Microsoft Office PowerPoint</Application>
  <PresentationFormat>와이드스크린</PresentationFormat>
  <Paragraphs>39</Paragraphs>
  <Slides>5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Runtime Mode</vt:lpstr>
      <vt:lpstr>Runtime mode</vt:lpstr>
      <vt:lpstr>Runtime mode</vt:lpstr>
      <vt:lpstr>Runtime mode</vt:lpstr>
      <vt:lpstr>Runtime mode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Mode</dc:title>
  <dc:creator>Gamekun</dc:creator>
  <cp:lastModifiedBy>Gamekun</cp:lastModifiedBy>
  <cp:revision>44</cp:revision>
  <dcterms:created xsi:type="dcterms:W3CDTF">2026-04-27T03:09:53Z</dcterms:created>
  <dcterms:modified xsi:type="dcterms:W3CDTF">2026-04-27T03:38:14Z</dcterms:modified>
</cp:coreProperties>
</file>